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9144000"/>
  <p:photoAlbum/>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87" autoAdjust="0"/>
    <p:restoredTop sz="86395" autoAdjust="0"/>
  </p:normalViewPr>
  <p:slideViewPr>
    <p:cSldViewPr snapToGrid="0">
      <p:cViewPr varScale="1">
        <p:scale>
          <a:sx n="57" d="100"/>
          <a:sy n="57" d="100"/>
        </p:scale>
        <p:origin x="268" y="4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66A8539B-6BC9-4DB7-B2D3-BF8B633EA61D}" type="datetimeFigureOut">
              <a:rPr lang="fr-FR" smtClean="0"/>
              <a:t>09/06/2026</a:t>
            </a:fld>
            <a:endParaRPr lang="fr-FR"/>
          </a:p>
        </p:txBody>
      </p:sp>
      <p:sp>
        <p:nvSpPr>
          <p:cNvPr id="5" name="Footer Placeholder 4"/>
          <p:cNvSpPr>
            <a:spLocks noGrp="1"/>
          </p:cNvSpPr>
          <p:nvPr>
            <p:ph type="ftr" sz="quarter" idx="11"/>
          </p:nvPr>
        </p:nvSpPr>
        <p:spPr/>
        <p:txBody>
          <a:bodyPr/>
          <a:lstStyle/>
          <a:p>
            <a:endParaRPr lang="fr-F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A9F4431-6261-4209-836A-FAED42D29111}" type="slidenum">
              <a:rPr lang="fr-FR" smtClean="0"/>
              <a:t>‹N°›</a:t>
            </a:fld>
            <a:endParaRPr lang="fr-FR"/>
          </a:p>
        </p:txBody>
      </p:sp>
    </p:spTree>
    <p:extLst>
      <p:ext uri="{BB962C8B-B14F-4D97-AF65-F5344CB8AC3E}">
        <p14:creationId xmlns:p14="http://schemas.microsoft.com/office/powerpoint/2010/main" val="386024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6A8539B-6BC9-4DB7-B2D3-BF8B633EA61D}" type="datetimeFigureOut">
              <a:rPr lang="fr-FR" smtClean="0"/>
              <a:t>09/06/2026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A9F4431-6261-4209-836A-FAED42D29111}" type="slidenum">
              <a:rPr lang="fr-FR" smtClean="0"/>
              <a:t>‹N°›</a:t>
            </a:fld>
            <a:endParaRPr lang="fr-FR"/>
          </a:p>
        </p:txBody>
      </p:sp>
    </p:spTree>
    <p:extLst>
      <p:ext uri="{BB962C8B-B14F-4D97-AF65-F5344CB8AC3E}">
        <p14:creationId xmlns:p14="http://schemas.microsoft.com/office/powerpoint/2010/main" val="4221395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66A8539B-6BC9-4DB7-B2D3-BF8B633EA61D}" type="datetimeFigureOut">
              <a:rPr lang="fr-FR" smtClean="0"/>
              <a:t>09/06/2026</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A9F4431-6261-4209-836A-FAED42D29111}" type="slidenum">
              <a:rPr lang="fr-FR" smtClean="0"/>
              <a:t>‹N°›</a:t>
            </a:fld>
            <a:endParaRPr lang="fr-FR"/>
          </a:p>
        </p:txBody>
      </p:sp>
    </p:spTree>
    <p:extLst>
      <p:ext uri="{BB962C8B-B14F-4D97-AF65-F5344CB8AC3E}">
        <p14:creationId xmlns:p14="http://schemas.microsoft.com/office/powerpoint/2010/main" val="2728310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66A8539B-6BC9-4DB7-B2D3-BF8B633EA61D}" type="datetimeFigureOut">
              <a:rPr lang="fr-FR" smtClean="0"/>
              <a:t>09/06/2026</a:t>
            </a:fld>
            <a:endParaRPr lang="fr-FR"/>
          </a:p>
        </p:txBody>
      </p:sp>
      <p:sp>
        <p:nvSpPr>
          <p:cNvPr id="6" name="Footer Placeholder 5"/>
          <p:cNvSpPr>
            <a:spLocks noGrp="1"/>
          </p:cNvSpPr>
          <p:nvPr>
            <p:ph type="ftr" sz="quarter" idx="11"/>
          </p:nvPr>
        </p:nvSpPr>
        <p:spPr/>
        <p:txBody>
          <a:bodyPr/>
          <a:lstStyle/>
          <a:p>
            <a:endParaRPr lang="fr-F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A9F4431-6261-4209-836A-FAED42D29111}" type="slidenum">
              <a:rPr lang="fr-FR" smtClean="0"/>
              <a:t>‹N°›</a:t>
            </a:fld>
            <a:endParaRPr lang="fr-FR"/>
          </a:p>
        </p:txBody>
      </p:sp>
    </p:spTree>
    <p:extLst>
      <p:ext uri="{BB962C8B-B14F-4D97-AF65-F5344CB8AC3E}">
        <p14:creationId xmlns:p14="http://schemas.microsoft.com/office/powerpoint/2010/main" val="1554476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66A8539B-6BC9-4DB7-B2D3-BF8B633EA61D}" type="datetimeFigureOut">
              <a:rPr lang="fr-FR" smtClean="0"/>
              <a:t>09/06/2026</a:t>
            </a:fld>
            <a:endParaRPr lang="fr-FR"/>
          </a:p>
        </p:txBody>
      </p:sp>
      <p:sp>
        <p:nvSpPr>
          <p:cNvPr id="8" name="Footer Placeholder 7"/>
          <p:cNvSpPr>
            <a:spLocks noGrp="1"/>
          </p:cNvSpPr>
          <p:nvPr>
            <p:ph type="ftr" sz="quarter" idx="11"/>
          </p:nvPr>
        </p:nvSpPr>
        <p:spPr/>
        <p:txBody>
          <a:bodyPr/>
          <a:lstStyle/>
          <a:p>
            <a:endParaRPr lang="fr-F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A9F4431-6261-4209-836A-FAED42D29111}" type="slidenum">
              <a:rPr lang="fr-FR" smtClean="0"/>
              <a:t>‹N°›</a:t>
            </a:fld>
            <a:endParaRPr lang="fr-FR"/>
          </a:p>
        </p:txBody>
      </p:sp>
    </p:spTree>
    <p:extLst>
      <p:ext uri="{BB962C8B-B14F-4D97-AF65-F5344CB8AC3E}">
        <p14:creationId xmlns:p14="http://schemas.microsoft.com/office/powerpoint/2010/main" val="3406134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6A8539B-6BC9-4DB7-B2D3-BF8B633EA61D}" type="datetimeFigureOut">
              <a:rPr lang="fr-FR" smtClean="0"/>
              <a:t>09/06/2026</a:t>
            </a:fld>
            <a:endParaRPr lang="fr-FR"/>
          </a:p>
        </p:txBody>
      </p:sp>
      <p:sp>
        <p:nvSpPr>
          <p:cNvPr id="4" name="Footer Placeholder 3"/>
          <p:cNvSpPr>
            <a:spLocks noGrp="1"/>
          </p:cNvSpPr>
          <p:nvPr>
            <p:ph type="ftr" sz="quarter" idx="11"/>
          </p:nvPr>
        </p:nvSpPr>
        <p:spPr/>
        <p:txBody>
          <a:bodyPr/>
          <a:lstStyle/>
          <a:p>
            <a:endParaRPr lang="fr-F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A9F4431-6261-4209-836A-FAED42D29111}" type="slidenum">
              <a:rPr lang="fr-FR" smtClean="0"/>
              <a:t>‹N°›</a:t>
            </a:fld>
            <a:endParaRPr lang="fr-FR"/>
          </a:p>
        </p:txBody>
      </p:sp>
    </p:spTree>
    <p:extLst>
      <p:ext uri="{BB962C8B-B14F-4D97-AF65-F5344CB8AC3E}">
        <p14:creationId xmlns:p14="http://schemas.microsoft.com/office/powerpoint/2010/main" val="3276799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A8539B-6BC9-4DB7-B2D3-BF8B633EA61D}" type="datetimeFigureOut">
              <a:rPr lang="fr-FR" smtClean="0"/>
              <a:t>09/06/2026</a:t>
            </a:fld>
            <a:endParaRPr lang="fr-FR"/>
          </a:p>
        </p:txBody>
      </p:sp>
      <p:sp>
        <p:nvSpPr>
          <p:cNvPr id="3" name="Footer Placeholder 2"/>
          <p:cNvSpPr>
            <a:spLocks noGrp="1"/>
          </p:cNvSpPr>
          <p:nvPr>
            <p:ph type="ftr" sz="quarter" idx="11"/>
          </p:nvPr>
        </p:nvSpPr>
        <p:spPr/>
        <p:txBody>
          <a:bodyPr/>
          <a:lstStyle/>
          <a:p>
            <a:endParaRPr lang="fr-F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A9F4431-6261-4209-836A-FAED42D29111}" type="slidenum">
              <a:rPr lang="fr-FR" smtClean="0"/>
              <a:t>‹N°›</a:t>
            </a:fld>
            <a:endParaRPr lang="fr-FR"/>
          </a:p>
        </p:txBody>
      </p:sp>
    </p:spTree>
    <p:extLst>
      <p:ext uri="{BB962C8B-B14F-4D97-AF65-F5344CB8AC3E}">
        <p14:creationId xmlns:p14="http://schemas.microsoft.com/office/powerpoint/2010/main" val="2037927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66A8539B-6BC9-4DB7-B2D3-BF8B633EA61D}" type="datetimeFigureOut">
              <a:rPr lang="fr-FR" smtClean="0"/>
              <a:t>09/06/2026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A9F4431-6261-4209-836A-FAED42D29111}" type="slidenum">
              <a:rPr lang="fr-FR" smtClean="0"/>
              <a:t>‹N°›</a:t>
            </a:fld>
            <a:endParaRPr lang="fr-FR"/>
          </a:p>
        </p:txBody>
      </p:sp>
    </p:spTree>
    <p:extLst>
      <p:ext uri="{BB962C8B-B14F-4D97-AF65-F5344CB8AC3E}">
        <p14:creationId xmlns:p14="http://schemas.microsoft.com/office/powerpoint/2010/main" val="1212635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66A8539B-6BC9-4DB7-B2D3-BF8B633EA61D}" type="datetimeFigureOut">
              <a:rPr lang="fr-FR" smtClean="0"/>
              <a:t>09/06/2026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A9F4431-6261-4209-836A-FAED42D29111}" type="slidenum">
              <a:rPr lang="fr-FR" smtClean="0"/>
              <a:t>‹N°›</a:t>
            </a:fld>
            <a:endParaRPr lang="fr-FR"/>
          </a:p>
        </p:txBody>
      </p:sp>
    </p:spTree>
    <p:extLst>
      <p:ext uri="{BB962C8B-B14F-4D97-AF65-F5344CB8AC3E}">
        <p14:creationId xmlns:p14="http://schemas.microsoft.com/office/powerpoint/2010/main" val="707484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66A8539B-6BC9-4DB7-B2D3-BF8B633EA61D}" type="datetimeFigureOut">
              <a:rPr lang="fr-FR" smtClean="0"/>
              <a:t>09/06/2026</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A9F4431-6261-4209-836A-FAED42D29111}" type="slidenum">
              <a:rPr lang="fr-FR" smtClean="0"/>
              <a:t>‹N°›</a:t>
            </a:fld>
            <a:endParaRPr lang="fr-FR"/>
          </a:p>
        </p:txBody>
      </p:sp>
    </p:spTree>
    <p:extLst>
      <p:ext uri="{BB962C8B-B14F-4D97-AF65-F5344CB8AC3E}">
        <p14:creationId xmlns:p14="http://schemas.microsoft.com/office/powerpoint/2010/main" val="2924717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66A8539B-6BC9-4DB7-B2D3-BF8B633EA61D}" type="datetimeFigureOut">
              <a:rPr lang="fr-FR" smtClean="0"/>
              <a:t>09/06/2026</a:t>
            </a:fld>
            <a:endParaRPr lang="fr-FR"/>
          </a:p>
        </p:txBody>
      </p:sp>
      <p:sp>
        <p:nvSpPr>
          <p:cNvPr id="5" name="Footer Placeholder 4"/>
          <p:cNvSpPr>
            <a:spLocks noGrp="1"/>
          </p:cNvSpPr>
          <p:nvPr>
            <p:ph type="ftr" sz="quarter" idx="11"/>
          </p:nvPr>
        </p:nvSpPr>
        <p:spPr/>
        <p:txBody>
          <a:bodyPr/>
          <a:lstStyle/>
          <a:p>
            <a:endParaRPr lang="fr-F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A9F4431-6261-4209-836A-FAED42D29111}" type="slidenum">
              <a:rPr lang="fr-FR" smtClean="0"/>
              <a:t>‹N°›</a:t>
            </a:fld>
            <a:endParaRPr lang="fr-F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05799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66A8539B-6BC9-4DB7-B2D3-BF8B633EA61D}" type="datetimeFigureOut">
              <a:rPr lang="fr-FR" smtClean="0"/>
              <a:t>09/06/2026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A9F4431-6261-4209-836A-FAED42D29111}" type="slidenum">
              <a:rPr lang="fr-FR" smtClean="0"/>
              <a:t>‹N°›</a:t>
            </a:fld>
            <a:endParaRPr lang="fr-FR"/>
          </a:p>
        </p:txBody>
      </p:sp>
    </p:spTree>
    <p:extLst>
      <p:ext uri="{BB962C8B-B14F-4D97-AF65-F5344CB8AC3E}">
        <p14:creationId xmlns:p14="http://schemas.microsoft.com/office/powerpoint/2010/main" val="3780483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66A8539B-6BC9-4DB7-B2D3-BF8B633EA61D}" type="datetimeFigureOut">
              <a:rPr lang="fr-FR" smtClean="0"/>
              <a:t>09/06/2026</a:t>
            </a:fld>
            <a:endParaRPr lang="fr-FR"/>
          </a:p>
        </p:txBody>
      </p:sp>
      <p:sp>
        <p:nvSpPr>
          <p:cNvPr id="6" name="Footer Placeholder 5"/>
          <p:cNvSpPr>
            <a:spLocks noGrp="1"/>
          </p:cNvSpPr>
          <p:nvPr>
            <p:ph type="ftr" sz="quarter" idx="11"/>
          </p:nvPr>
        </p:nvSpPr>
        <p:spPr/>
        <p:txBody>
          <a:bodyPr/>
          <a:lstStyle/>
          <a:p>
            <a:endParaRPr lang="fr-F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A9F4431-6261-4209-836A-FAED42D29111}" type="slidenum">
              <a:rPr lang="fr-FR" smtClean="0"/>
              <a:t>‹N°›</a:t>
            </a:fld>
            <a:endParaRPr lang="fr-F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352645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66A8539B-6BC9-4DB7-B2D3-BF8B633EA61D}" type="datetimeFigureOut">
              <a:rPr lang="fr-FR" smtClean="0"/>
              <a:t>09/06/2026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A9F4431-6261-4209-836A-FAED42D29111}" type="slidenum">
              <a:rPr lang="fr-FR" smtClean="0"/>
              <a:t>‹N°›</a:t>
            </a:fld>
            <a:endParaRPr lang="fr-FR"/>
          </a:p>
        </p:txBody>
      </p:sp>
    </p:spTree>
    <p:extLst>
      <p:ext uri="{BB962C8B-B14F-4D97-AF65-F5344CB8AC3E}">
        <p14:creationId xmlns:p14="http://schemas.microsoft.com/office/powerpoint/2010/main" val="19193208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6A8539B-6BC9-4DB7-B2D3-BF8B633EA61D}" type="datetimeFigureOut">
              <a:rPr lang="fr-FR" smtClean="0"/>
              <a:t>09/06/2026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A9F4431-6261-4209-836A-FAED42D29111}" type="slidenum">
              <a:rPr lang="fr-FR" smtClean="0"/>
              <a:t>‹N°›</a:t>
            </a:fld>
            <a:endParaRPr lang="fr-FR"/>
          </a:p>
        </p:txBody>
      </p:sp>
    </p:spTree>
    <p:extLst>
      <p:ext uri="{BB962C8B-B14F-4D97-AF65-F5344CB8AC3E}">
        <p14:creationId xmlns:p14="http://schemas.microsoft.com/office/powerpoint/2010/main" val="3044837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6A8539B-6BC9-4DB7-B2D3-BF8B633EA61D}" type="datetimeFigureOut">
              <a:rPr lang="fr-FR" smtClean="0"/>
              <a:t>09/06/2026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A9F4431-6261-4209-836A-FAED42D29111}" type="slidenum">
              <a:rPr lang="fr-FR" smtClean="0"/>
              <a:t>‹N°›</a:t>
            </a:fld>
            <a:endParaRPr lang="fr-FR"/>
          </a:p>
        </p:txBody>
      </p:sp>
    </p:spTree>
    <p:extLst>
      <p:ext uri="{BB962C8B-B14F-4D97-AF65-F5344CB8AC3E}">
        <p14:creationId xmlns:p14="http://schemas.microsoft.com/office/powerpoint/2010/main" val="564651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6A8539B-6BC9-4DB7-B2D3-BF8B633EA61D}" type="datetimeFigureOut">
              <a:rPr lang="fr-FR" smtClean="0"/>
              <a:t>09/06/2026</a:t>
            </a:fld>
            <a:endParaRPr lang="fr-F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A9F4431-6261-4209-836A-FAED42D29111}" type="slidenum">
              <a:rPr lang="fr-FR" smtClean="0"/>
              <a:t>‹N°›</a:t>
            </a:fld>
            <a:endParaRPr lang="fr-FR"/>
          </a:p>
        </p:txBody>
      </p:sp>
    </p:spTree>
    <p:extLst>
      <p:ext uri="{BB962C8B-B14F-4D97-AF65-F5344CB8AC3E}">
        <p14:creationId xmlns:p14="http://schemas.microsoft.com/office/powerpoint/2010/main" val="834056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2026-04-02 161208">
            <a:extLst>
              <a:ext uri="{FF2B5EF4-FFF2-40B4-BE49-F238E27FC236}">
                <a16:creationId xmlns:a16="http://schemas.microsoft.com/office/drawing/2014/main" id="{660BF4DC-1E21-A28F-7B59-68B7E4C0D41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5156467" y="724977"/>
            <a:ext cx="1879066" cy="1869478"/>
          </a:xfrm>
          <a:prstGeom prst="rect">
            <a:avLst/>
          </a:prstGeom>
        </p:spPr>
      </p:pic>
      <p:sp>
        <p:nvSpPr>
          <p:cNvPr id="5" name="ZoneTexte 4">
            <a:extLst>
              <a:ext uri="{FF2B5EF4-FFF2-40B4-BE49-F238E27FC236}">
                <a16:creationId xmlns:a16="http://schemas.microsoft.com/office/drawing/2014/main" id="{20CD6149-0A80-607A-6EDB-55A346286844}"/>
              </a:ext>
            </a:extLst>
          </p:cNvPr>
          <p:cNvSpPr txBox="1"/>
          <p:nvPr/>
        </p:nvSpPr>
        <p:spPr>
          <a:xfrm>
            <a:off x="2527442" y="4551953"/>
            <a:ext cx="7808359" cy="646331"/>
          </a:xfrm>
          <a:prstGeom prst="rect">
            <a:avLst/>
          </a:prstGeom>
          <a:noFill/>
        </p:spPr>
        <p:txBody>
          <a:bodyPr wrap="square">
            <a:spAutoFit/>
          </a:bodyPr>
          <a:lstStyle/>
          <a:p>
            <a:pPr algn="ctr"/>
            <a:r>
              <a:rPr lang="fr-FR" sz="3600" b="1" i="1" dirty="0">
                <a:effectLst>
                  <a:outerShdw blurRad="38100" dist="38100" dir="2700000" algn="tl">
                    <a:srgbClr val="000000">
                      <a:alpha val="43137"/>
                    </a:srgbClr>
                  </a:outerShdw>
                </a:effectLst>
              </a:rPr>
              <a:t>vente-</a:t>
            </a:r>
            <a:r>
              <a:rPr lang="fr-FR" sz="3600" b="1" i="1" dirty="0" err="1">
                <a:effectLst>
                  <a:outerShdw blurRad="38100" dist="38100" dir="2700000" algn="tl">
                    <a:srgbClr val="000000">
                      <a:alpha val="43137"/>
                    </a:srgbClr>
                  </a:outerShdw>
                </a:effectLst>
              </a:rPr>
              <a:t>vehicules</a:t>
            </a:r>
            <a:endParaRPr lang="fr-FR" sz="3600" b="1" i="1" dirty="0">
              <a:effectLst>
                <a:outerShdw blurRad="38100" dist="38100" dir="2700000" algn="tl">
                  <a:srgbClr val="000000">
                    <a:alpha val="43137"/>
                  </a:srgbClr>
                </a:outerShdw>
              </a:effectLst>
            </a:endParaRPr>
          </a:p>
        </p:txBody>
      </p:sp>
      <p:sp>
        <p:nvSpPr>
          <p:cNvPr id="7" name="ZoneTexte 6">
            <a:extLst>
              <a:ext uri="{FF2B5EF4-FFF2-40B4-BE49-F238E27FC236}">
                <a16:creationId xmlns:a16="http://schemas.microsoft.com/office/drawing/2014/main" id="{B922DCDF-8160-4837-657B-2E9BD047B600}"/>
              </a:ext>
            </a:extLst>
          </p:cNvPr>
          <p:cNvSpPr txBox="1"/>
          <p:nvPr/>
        </p:nvSpPr>
        <p:spPr>
          <a:xfrm>
            <a:off x="3973530" y="5296239"/>
            <a:ext cx="6012950" cy="461665"/>
          </a:xfrm>
          <a:prstGeom prst="rect">
            <a:avLst/>
          </a:prstGeom>
          <a:noFill/>
        </p:spPr>
        <p:txBody>
          <a:bodyPr wrap="square">
            <a:spAutoFit/>
          </a:bodyPr>
          <a:lstStyle/>
          <a:p>
            <a:r>
              <a:rPr lang="fr-FR" sz="2400" b="1" i="1" dirty="0"/>
              <a:t>Réalisé par: FAYSAL EL ALAMI</a:t>
            </a:r>
          </a:p>
        </p:txBody>
      </p:sp>
      <p:sp>
        <p:nvSpPr>
          <p:cNvPr id="9" name="ZoneTexte 8">
            <a:extLst>
              <a:ext uri="{FF2B5EF4-FFF2-40B4-BE49-F238E27FC236}">
                <a16:creationId xmlns:a16="http://schemas.microsoft.com/office/drawing/2014/main" id="{8AD4551D-86D5-024B-71A3-9F81866ECA53}"/>
              </a:ext>
            </a:extLst>
          </p:cNvPr>
          <p:cNvSpPr txBox="1"/>
          <p:nvPr/>
        </p:nvSpPr>
        <p:spPr>
          <a:xfrm>
            <a:off x="3888768" y="5855859"/>
            <a:ext cx="6097712" cy="461665"/>
          </a:xfrm>
          <a:prstGeom prst="rect">
            <a:avLst/>
          </a:prstGeom>
          <a:noFill/>
        </p:spPr>
        <p:txBody>
          <a:bodyPr wrap="square">
            <a:spAutoFit/>
          </a:bodyPr>
          <a:lstStyle/>
          <a:p>
            <a:r>
              <a:rPr lang="fr-FR" sz="2400" b="1" i="1" dirty="0"/>
              <a:t>Accompagné par: Mme Asmae </a:t>
            </a:r>
            <a:r>
              <a:rPr lang="fr-FR" sz="2400" b="1" i="1" dirty="0" err="1"/>
              <a:t>Youala</a:t>
            </a:r>
            <a:endParaRPr lang="fr-FR" sz="2400" b="1" i="1" dirty="0"/>
          </a:p>
        </p:txBody>
      </p:sp>
      <p:pic>
        <p:nvPicPr>
          <p:cNvPr id="11" name="Image 10">
            <a:extLst>
              <a:ext uri="{FF2B5EF4-FFF2-40B4-BE49-F238E27FC236}">
                <a16:creationId xmlns:a16="http://schemas.microsoft.com/office/drawing/2014/main" id="{6389BD95-119D-8024-2F32-0F708FFB74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2425" y="2764420"/>
            <a:ext cx="4432909" cy="1546412"/>
          </a:xfrm>
          <a:prstGeom prst="rect">
            <a:avLst/>
          </a:prstGeom>
        </p:spPr>
      </p:pic>
    </p:spTree>
    <p:extLst>
      <p:ext uri="{BB962C8B-B14F-4D97-AF65-F5344CB8AC3E}">
        <p14:creationId xmlns:p14="http://schemas.microsoft.com/office/powerpoint/2010/main" val="105723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C5EFEE18-1F53-B0C9-E884-34832CC3EC87}"/>
              </a:ext>
            </a:extLst>
          </p:cNvPr>
          <p:cNvSpPr txBox="1"/>
          <p:nvPr/>
        </p:nvSpPr>
        <p:spPr>
          <a:xfrm>
            <a:off x="1284270" y="1397285"/>
            <a:ext cx="6475287" cy="523220"/>
          </a:xfrm>
          <a:prstGeom prst="rect">
            <a:avLst/>
          </a:prstGeom>
          <a:noFill/>
        </p:spPr>
        <p:txBody>
          <a:bodyPr wrap="square">
            <a:spAutoFit/>
          </a:bodyPr>
          <a:lstStyle/>
          <a:p>
            <a:r>
              <a:rPr lang="fr-FR" sz="2800" b="1" i="1" u="sng" dirty="0">
                <a:effectLst>
                  <a:outerShdw blurRad="38100" dist="38100" dir="2700000" algn="tl">
                    <a:srgbClr val="000000">
                      <a:alpha val="43137"/>
                    </a:srgbClr>
                  </a:outerShdw>
                </a:effectLst>
              </a:rPr>
              <a:t>Contenu</a:t>
            </a:r>
          </a:p>
        </p:txBody>
      </p:sp>
      <p:sp>
        <p:nvSpPr>
          <p:cNvPr id="5" name="ZoneTexte 4">
            <a:extLst>
              <a:ext uri="{FF2B5EF4-FFF2-40B4-BE49-F238E27FC236}">
                <a16:creationId xmlns:a16="http://schemas.microsoft.com/office/drawing/2014/main" id="{A429FD32-50E3-383C-3D7B-0B15E0EE74A6}"/>
              </a:ext>
            </a:extLst>
          </p:cNvPr>
          <p:cNvSpPr txBox="1"/>
          <p:nvPr/>
        </p:nvSpPr>
        <p:spPr>
          <a:xfrm>
            <a:off x="1099335" y="2054830"/>
            <a:ext cx="8047233" cy="3539430"/>
          </a:xfrm>
          <a:prstGeom prst="rect">
            <a:avLst/>
          </a:prstGeom>
          <a:noFill/>
        </p:spPr>
        <p:txBody>
          <a:bodyPr wrap="square">
            <a:spAutoFit/>
          </a:bodyPr>
          <a:lstStyle/>
          <a:p>
            <a:pPr marL="285750" indent="-285750">
              <a:buFontTx/>
              <a:buChar char="-"/>
            </a:pPr>
            <a:r>
              <a:rPr lang="en-US" sz="2400" b="1" i="1" dirty="0"/>
              <a:t>Description du </a:t>
            </a:r>
            <a:r>
              <a:rPr lang="en-US" sz="2400" b="1" i="1" dirty="0" err="1"/>
              <a:t>projet</a:t>
            </a:r>
            <a:r>
              <a:rPr lang="en-US" sz="2400" b="1" i="1" dirty="0"/>
              <a:t> </a:t>
            </a:r>
          </a:p>
          <a:p>
            <a:pPr marL="285750" indent="-285750">
              <a:buFontTx/>
              <a:buChar char="-"/>
            </a:pPr>
            <a:r>
              <a:rPr lang="fr-FR" sz="2400" b="1" i="1" dirty="0"/>
              <a:t>Analyse des besoins du client ou de l'utilisateur final</a:t>
            </a:r>
          </a:p>
          <a:p>
            <a:pPr marL="285750" indent="-285750">
              <a:buFontTx/>
              <a:buChar char="-"/>
            </a:pPr>
            <a:r>
              <a:rPr lang="fr-FR" sz="2400" b="1" i="1" dirty="0"/>
              <a:t>Identification des risques et des opportunités</a:t>
            </a:r>
          </a:p>
          <a:p>
            <a:pPr marL="285750" indent="-285750">
              <a:buFontTx/>
              <a:buChar char="-"/>
            </a:pPr>
            <a:r>
              <a:rPr lang="fr-FR" sz="2400" b="1" i="1" dirty="0"/>
              <a:t>Diagramme de cas </a:t>
            </a:r>
            <a:r>
              <a:rPr lang="fr-FR" sz="3200" b="1" i="1" dirty="0"/>
              <a:t>d'utilisation</a:t>
            </a:r>
          </a:p>
          <a:p>
            <a:pPr marL="285750" indent="-285750">
              <a:buFontTx/>
              <a:buChar char="-"/>
            </a:pPr>
            <a:r>
              <a:rPr lang="fr-FR" sz="2400" b="1" i="1" dirty="0"/>
              <a:t>Diagramme de classe</a:t>
            </a:r>
          </a:p>
          <a:p>
            <a:pPr marL="144000" indent="-285750">
              <a:buFontTx/>
              <a:buChar char="-"/>
            </a:pPr>
            <a:r>
              <a:rPr lang="fr-FR" sz="2400" b="1" i="1" dirty="0"/>
              <a:t>Choix technique</a:t>
            </a:r>
            <a:endParaRPr lang="en-US" sz="2400" b="1" i="1" dirty="0"/>
          </a:p>
          <a:p>
            <a:pPr marL="285750" indent="-285750">
              <a:buFontTx/>
              <a:buChar char="-"/>
            </a:pPr>
            <a:r>
              <a:rPr lang="fr-FR" sz="2400" b="1" i="1" dirty="0"/>
              <a:t>Conclusion</a:t>
            </a:r>
          </a:p>
          <a:p>
            <a:endParaRPr lang="fr-FR" sz="2400" b="1" i="1" u="sng" dirty="0"/>
          </a:p>
        </p:txBody>
      </p:sp>
    </p:spTree>
    <p:extLst>
      <p:ext uri="{BB962C8B-B14F-4D97-AF65-F5344CB8AC3E}">
        <p14:creationId xmlns:p14="http://schemas.microsoft.com/office/powerpoint/2010/main" val="1699320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2BED6170-3777-F955-645A-142451C25473}"/>
              </a:ext>
            </a:extLst>
          </p:cNvPr>
          <p:cNvSpPr txBox="1"/>
          <p:nvPr/>
        </p:nvSpPr>
        <p:spPr>
          <a:xfrm>
            <a:off x="1754312" y="740008"/>
            <a:ext cx="6097712" cy="584775"/>
          </a:xfrm>
          <a:prstGeom prst="rect">
            <a:avLst/>
          </a:prstGeom>
          <a:noFill/>
        </p:spPr>
        <p:txBody>
          <a:bodyPr wrap="square">
            <a:spAutoFit/>
          </a:bodyPr>
          <a:lstStyle/>
          <a:p>
            <a:r>
              <a:rPr lang="fr-FR" sz="3200" b="1" i="1" dirty="0"/>
              <a:t>Description du projet </a:t>
            </a:r>
          </a:p>
        </p:txBody>
      </p:sp>
      <p:sp>
        <p:nvSpPr>
          <p:cNvPr id="5" name="ZoneTexte 4">
            <a:extLst>
              <a:ext uri="{FF2B5EF4-FFF2-40B4-BE49-F238E27FC236}">
                <a16:creationId xmlns:a16="http://schemas.microsoft.com/office/drawing/2014/main" id="{0398AB8A-2211-C6AE-F4D4-99E354EF5D67}"/>
              </a:ext>
            </a:extLst>
          </p:cNvPr>
          <p:cNvSpPr txBox="1"/>
          <p:nvPr/>
        </p:nvSpPr>
        <p:spPr>
          <a:xfrm>
            <a:off x="1284270" y="1429495"/>
            <a:ext cx="8846050" cy="1938992"/>
          </a:xfrm>
          <a:prstGeom prst="rect">
            <a:avLst/>
          </a:prstGeom>
          <a:noFill/>
        </p:spPr>
        <p:txBody>
          <a:bodyPr wrap="square">
            <a:spAutoFit/>
          </a:bodyPr>
          <a:lstStyle/>
          <a:p>
            <a:r>
              <a:rPr lang="fr-FR" sz="2400" b="1" dirty="0"/>
              <a:t>Vente-Véhicules est une plateforme de vente de motos et de voitures. Son objectif principal est de faciliter la mise en relation entre les vendeurs et les acheteurs, afin de simplifier et d’accélérer le processus de vente des véhicules</a:t>
            </a:r>
          </a:p>
        </p:txBody>
      </p:sp>
      <p:pic>
        <p:nvPicPr>
          <p:cNvPr id="7" name="Image 6">
            <a:extLst>
              <a:ext uri="{FF2B5EF4-FFF2-40B4-BE49-F238E27FC236}">
                <a16:creationId xmlns:a16="http://schemas.microsoft.com/office/drawing/2014/main" id="{A07DDFCE-2A4B-BE11-BDAE-07B248E60A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6360" y="3181288"/>
            <a:ext cx="8565222" cy="3368486"/>
          </a:xfrm>
          <a:prstGeom prst="rect">
            <a:avLst/>
          </a:prstGeom>
        </p:spPr>
      </p:pic>
    </p:spTree>
    <p:extLst>
      <p:ext uri="{BB962C8B-B14F-4D97-AF65-F5344CB8AC3E}">
        <p14:creationId xmlns:p14="http://schemas.microsoft.com/office/powerpoint/2010/main" val="2771397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7D18FFAA-CB76-EC70-0F2A-51745218C930}"/>
              </a:ext>
            </a:extLst>
          </p:cNvPr>
          <p:cNvSpPr txBox="1"/>
          <p:nvPr/>
        </p:nvSpPr>
        <p:spPr>
          <a:xfrm>
            <a:off x="1633591" y="729466"/>
            <a:ext cx="6729573" cy="461665"/>
          </a:xfrm>
          <a:prstGeom prst="rect">
            <a:avLst/>
          </a:prstGeom>
          <a:noFill/>
        </p:spPr>
        <p:txBody>
          <a:bodyPr wrap="square">
            <a:spAutoFit/>
          </a:bodyPr>
          <a:lstStyle/>
          <a:p>
            <a:r>
              <a:rPr lang="fr-FR" sz="2400" b="1" i="1" dirty="0"/>
              <a:t>Analyse des besoins du client </a:t>
            </a:r>
          </a:p>
        </p:txBody>
      </p:sp>
      <p:sp>
        <p:nvSpPr>
          <p:cNvPr id="5" name="ZoneTexte 4">
            <a:extLst>
              <a:ext uri="{FF2B5EF4-FFF2-40B4-BE49-F238E27FC236}">
                <a16:creationId xmlns:a16="http://schemas.microsoft.com/office/drawing/2014/main" id="{D33193E0-5C84-97A2-54D9-9D8920F607C2}"/>
              </a:ext>
            </a:extLst>
          </p:cNvPr>
          <p:cNvSpPr txBox="1"/>
          <p:nvPr/>
        </p:nvSpPr>
        <p:spPr>
          <a:xfrm>
            <a:off x="1551398" y="1500027"/>
            <a:ext cx="6236413" cy="400110"/>
          </a:xfrm>
          <a:prstGeom prst="rect">
            <a:avLst/>
          </a:prstGeom>
          <a:noFill/>
        </p:spPr>
        <p:txBody>
          <a:bodyPr wrap="square">
            <a:spAutoFit/>
          </a:bodyPr>
          <a:lstStyle/>
          <a:p>
            <a:pPr marL="342900" indent="-342900">
              <a:buFont typeface="Arial" panose="020B0604020202020204" pitchFamily="34" charset="0"/>
              <a:buChar char="•"/>
            </a:pPr>
            <a:r>
              <a:rPr lang="fr-FR" sz="2000" b="1" dirty="0"/>
              <a:t>Partage des annonces</a:t>
            </a:r>
            <a:endParaRPr lang="fr-FR" sz="2000" b="1" i="1" dirty="0"/>
          </a:p>
        </p:txBody>
      </p:sp>
      <p:sp>
        <p:nvSpPr>
          <p:cNvPr id="7" name="ZoneTexte 6">
            <a:extLst>
              <a:ext uri="{FF2B5EF4-FFF2-40B4-BE49-F238E27FC236}">
                <a16:creationId xmlns:a16="http://schemas.microsoft.com/office/drawing/2014/main" id="{34CDEAC0-BAEF-D268-6F2A-B40724F46A3F}"/>
              </a:ext>
            </a:extLst>
          </p:cNvPr>
          <p:cNvSpPr txBox="1"/>
          <p:nvPr/>
        </p:nvSpPr>
        <p:spPr>
          <a:xfrm>
            <a:off x="1633591" y="2072050"/>
            <a:ext cx="6097712" cy="400110"/>
          </a:xfrm>
          <a:prstGeom prst="rect">
            <a:avLst/>
          </a:prstGeom>
          <a:noFill/>
        </p:spPr>
        <p:txBody>
          <a:bodyPr wrap="square">
            <a:spAutoFit/>
          </a:bodyPr>
          <a:lstStyle/>
          <a:p>
            <a:pPr marL="342900" indent="-342900">
              <a:buFont typeface="Arial" panose="020B0604020202020204" pitchFamily="34" charset="0"/>
              <a:buChar char="•"/>
            </a:pPr>
            <a:r>
              <a:rPr lang="fr-FR" sz="2000" b="1" dirty="0"/>
              <a:t>Besoin de recherche et de consultation</a:t>
            </a:r>
          </a:p>
        </p:txBody>
      </p:sp>
      <p:sp>
        <p:nvSpPr>
          <p:cNvPr id="9" name="ZoneTexte 8">
            <a:extLst>
              <a:ext uri="{FF2B5EF4-FFF2-40B4-BE49-F238E27FC236}">
                <a16:creationId xmlns:a16="http://schemas.microsoft.com/office/drawing/2014/main" id="{78288730-C541-A78E-542E-AA979841912F}"/>
              </a:ext>
            </a:extLst>
          </p:cNvPr>
          <p:cNvSpPr txBox="1"/>
          <p:nvPr/>
        </p:nvSpPr>
        <p:spPr>
          <a:xfrm>
            <a:off x="1633591" y="2547991"/>
            <a:ext cx="7749282" cy="400110"/>
          </a:xfrm>
          <a:prstGeom prst="rect">
            <a:avLst/>
          </a:prstGeom>
          <a:noFill/>
        </p:spPr>
        <p:txBody>
          <a:bodyPr wrap="square">
            <a:spAutoFit/>
          </a:bodyPr>
          <a:lstStyle/>
          <a:p>
            <a:pPr marL="342900" indent="-342900">
              <a:buFont typeface="Arial" panose="020B0604020202020204" pitchFamily="34" charset="0"/>
              <a:buChar char="•"/>
            </a:pPr>
            <a:r>
              <a:rPr lang="fr-FR" sz="2000" b="1" dirty="0"/>
              <a:t>Sécurité et simplicité</a:t>
            </a:r>
          </a:p>
        </p:txBody>
      </p:sp>
    </p:spTree>
    <p:extLst>
      <p:ext uri="{BB962C8B-B14F-4D97-AF65-F5344CB8AC3E}">
        <p14:creationId xmlns:p14="http://schemas.microsoft.com/office/powerpoint/2010/main" val="509950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040F32F8-B187-A255-54D1-61B3B2B62BDA}"/>
              </a:ext>
            </a:extLst>
          </p:cNvPr>
          <p:cNvSpPr txBox="1"/>
          <p:nvPr/>
        </p:nvSpPr>
        <p:spPr>
          <a:xfrm>
            <a:off x="1715784" y="708917"/>
            <a:ext cx="8075488" cy="523220"/>
          </a:xfrm>
          <a:prstGeom prst="rect">
            <a:avLst/>
          </a:prstGeom>
          <a:noFill/>
        </p:spPr>
        <p:txBody>
          <a:bodyPr wrap="square">
            <a:spAutoFit/>
          </a:bodyPr>
          <a:lstStyle/>
          <a:p>
            <a:r>
              <a:rPr lang="fr-FR" sz="2800" b="1" dirty="0"/>
              <a:t>Identification des risques et des opportunités</a:t>
            </a:r>
          </a:p>
        </p:txBody>
      </p:sp>
      <p:sp>
        <p:nvSpPr>
          <p:cNvPr id="5" name="ZoneTexte 4">
            <a:extLst>
              <a:ext uri="{FF2B5EF4-FFF2-40B4-BE49-F238E27FC236}">
                <a16:creationId xmlns:a16="http://schemas.microsoft.com/office/drawing/2014/main" id="{0CB677F7-FADA-7CFB-656E-145A6CF76A3A}"/>
              </a:ext>
            </a:extLst>
          </p:cNvPr>
          <p:cNvSpPr txBox="1"/>
          <p:nvPr/>
        </p:nvSpPr>
        <p:spPr>
          <a:xfrm>
            <a:off x="490653" y="1813173"/>
            <a:ext cx="5798634" cy="3600986"/>
          </a:xfrm>
          <a:prstGeom prst="rect">
            <a:avLst/>
          </a:prstGeom>
          <a:noFill/>
        </p:spPr>
        <p:txBody>
          <a:bodyPr wrap="square">
            <a:spAutoFit/>
          </a:bodyPr>
          <a:lstStyle/>
          <a:p>
            <a:pPr algn="ctr"/>
            <a:r>
              <a:rPr lang="fr-FR" sz="2400" b="1" dirty="0"/>
              <a:t>Risques :</a:t>
            </a:r>
          </a:p>
          <a:p>
            <a:pPr algn="ctr"/>
            <a:endParaRPr lang="fr-FR" sz="2400" dirty="0"/>
          </a:p>
          <a:p>
            <a:pPr marL="457200" indent="-457200">
              <a:buFont typeface="+mj-lt"/>
              <a:buAutoNum type="arabicPeriod"/>
            </a:pPr>
            <a:r>
              <a:rPr lang="fr-FR" sz="2000" b="1" dirty="0"/>
              <a:t>Problème de gestion des annonces</a:t>
            </a:r>
          </a:p>
          <a:p>
            <a:pPr marL="457200" indent="-457200">
              <a:buFont typeface="+mj-lt"/>
              <a:buAutoNum type="arabicPeriod"/>
            </a:pPr>
            <a:endParaRPr lang="fr-FR" sz="2000" b="1" dirty="0"/>
          </a:p>
          <a:p>
            <a:pPr marL="457200" indent="-457200">
              <a:buFont typeface="+mj-lt"/>
              <a:buAutoNum type="arabicPeriod"/>
            </a:pPr>
            <a:r>
              <a:rPr lang="fr-FR" sz="2000" b="1" dirty="0"/>
              <a:t>Problème de validation des données</a:t>
            </a:r>
          </a:p>
          <a:p>
            <a:pPr marL="457200" indent="-457200">
              <a:buFont typeface="+mj-lt"/>
              <a:buAutoNum type="arabicPeriod"/>
            </a:pPr>
            <a:endParaRPr lang="fr-FR" sz="2000" b="1" dirty="0"/>
          </a:p>
          <a:p>
            <a:pPr marL="457200" indent="-457200">
              <a:buFont typeface="+mj-lt"/>
              <a:buAutoNum type="arabicPeriod"/>
            </a:pPr>
            <a:r>
              <a:rPr lang="fr-FR" sz="2000" b="1" dirty="0"/>
              <a:t>Problème de performance avec beaucoup de données</a:t>
            </a:r>
          </a:p>
          <a:p>
            <a:pPr marL="457200" indent="-457200">
              <a:buFont typeface="+mj-lt"/>
              <a:buAutoNum type="arabicPeriod"/>
            </a:pPr>
            <a:endParaRPr lang="fr-FR" sz="2000" b="1" dirty="0"/>
          </a:p>
          <a:p>
            <a:pPr marL="457200" indent="-457200">
              <a:buFont typeface="+mj-lt"/>
              <a:buAutoNum type="arabicPeriod"/>
            </a:pPr>
            <a:r>
              <a:rPr lang="fr-FR" sz="2000" b="1" dirty="0"/>
              <a:t>Problème de gestion des utilisateurs et rôles</a:t>
            </a:r>
          </a:p>
        </p:txBody>
      </p:sp>
      <p:sp>
        <p:nvSpPr>
          <p:cNvPr id="7" name="ZoneTexte 6">
            <a:extLst>
              <a:ext uri="{FF2B5EF4-FFF2-40B4-BE49-F238E27FC236}">
                <a16:creationId xmlns:a16="http://schemas.microsoft.com/office/drawing/2014/main" id="{68F70517-BD9F-F117-8833-834CA9311C7E}"/>
              </a:ext>
            </a:extLst>
          </p:cNvPr>
          <p:cNvSpPr txBox="1"/>
          <p:nvPr/>
        </p:nvSpPr>
        <p:spPr>
          <a:xfrm>
            <a:off x="6289287" y="1951463"/>
            <a:ext cx="5675972" cy="2985433"/>
          </a:xfrm>
          <a:prstGeom prst="rect">
            <a:avLst/>
          </a:prstGeom>
          <a:noFill/>
        </p:spPr>
        <p:txBody>
          <a:bodyPr wrap="square">
            <a:spAutoFit/>
          </a:bodyPr>
          <a:lstStyle/>
          <a:p>
            <a:pPr algn="ctr"/>
            <a:r>
              <a:rPr lang="fr-FR" sz="2400" b="1" i="1" dirty="0"/>
              <a:t>Opportunités :</a:t>
            </a:r>
          </a:p>
          <a:p>
            <a:pPr algn="ctr"/>
            <a:r>
              <a:rPr lang="fr-FR" sz="2400" b="1" i="1" dirty="0"/>
              <a:t> </a:t>
            </a:r>
            <a:endParaRPr lang="fr-FR" dirty="0"/>
          </a:p>
          <a:p>
            <a:pPr marL="342900" indent="-342900">
              <a:buFont typeface="+mj-lt"/>
              <a:buAutoNum type="arabicPeriod"/>
            </a:pPr>
            <a:r>
              <a:rPr lang="fr-FR" sz="2000" b="1" dirty="0"/>
              <a:t>système CRUD structuré</a:t>
            </a:r>
          </a:p>
          <a:p>
            <a:pPr marL="342900" indent="-342900">
              <a:buFont typeface="+mj-lt"/>
              <a:buAutoNum type="arabicPeriod"/>
            </a:pPr>
            <a:endParaRPr lang="fr-FR" sz="2000" b="1" dirty="0"/>
          </a:p>
          <a:p>
            <a:pPr marL="342900" indent="-342900">
              <a:buFont typeface="+mj-lt"/>
              <a:buAutoNum type="arabicPeriod"/>
            </a:pPr>
            <a:r>
              <a:rPr lang="fr-FR" sz="2000" b="1" dirty="0"/>
              <a:t>Utiliser les Form </a:t>
            </a:r>
            <a:r>
              <a:rPr lang="fr-FR" sz="2000" b="1" dirty="0" err="1"/>
              <a:t>Requests</a:t>
            </a:r>
            <a:r>
              <a:rPr lang="fr-FR" sz="2000" b="1" dirty="0"/>
              <a:t> </a:t>
            </a:r>
            <a:r>
              <a:rPr lang="fr-FR" sz="2000" b="1" dirty="0" err="1"/>
              <a:t>Laravel</a:t>
            </a:r>
            <a:endParaRPr lang="fr-FR" sz="2000" b="1" dirty="0"/>
          </a:p>
          <a:p>
            <a:pPr marL="342900" indent="-342900">
              <a:buFont typeface="+mj-lt"/>
              <a:buAutoNum type="arabicPeriod"/>
            </a:pPr>
            <a:endParaRPr lang="fr-FR" sz="2000" b="1" dirty="0"/>
          </a:p>
          <a:p>
            <a:pPr marL="342900" indent="-342900">
              <a:buFont typeface="+mj-lt"/>
              <a:buAutoNum type="arabicPeriod"/>
            </a:pPr>
            <a:r>
              <a:rPr lang="fr-FR" sz="2000" b="1" dirty="0"/>
              <a:t>Utiliser la pagination MySQL (Eloquent)</a:t>
            </a:r>
          </a:p>
          <a:p>
            <a:pPr marL="342900" indent="-342900">
              <a:buFont typeface="+mj-lt"/>
              <a:buAutoNum type="arabicPeriod"/>
            </a:pPr>
            <a:endParaRPr lang="fr-FR" sz="2000" b="1" dirty="0"/>
          </a:p>
          <a:p>
            <a:pPr marL="342900" indent="-342900">
              <a:buFont typeface="+mj-lt"/>
              <a:buAutoNum type="arabicPeriod"/>
            </a:pPr>
            <a:r>
              <a:rPr lang="fr-FR" sz="2000" b="1" dirty="0"/>
              <a:t>système d’authentification et de rôles</a:t>
            </a:r>
          </a:p>
        </p:txBody>
      </p:sp>
    </p:spTree>
    <p:extLst>
      <p:ext uri="{BB962C8B-B14F-4D97-AF65-F5344CB8AC3E}">
        <p14:creationId xmlns:p14="http://schemas.microsoft.com/office/powerpoint/2010/main" val="763138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B1B6BFA-6F68-B4A2-B489-C8E2D7591E76}"/>
              </a:ext>
            </a:extLst>
          </p:cNvPr>
          <p:cNvSpPr txBox="1"/>
          <p:nvPr/>
        </p:nvSpPr>
        <p:spPr>
          <a:xfrm>
            <a:off x="490654" y="713678"/>
            <a:ext cx="7716643" cy="523220"/>
          </a:xfrm>
          <a:prstGeom prst="rect">
            <a:avLst/>
          </a:prstGeom>
          <a:noFill/>
        </p:spPr>
        <p:txBody>
          <a:bodyPr wrap="square">
            <a:spAutoFit/>
          </a:bodyPr>
          <a:lstStyle/>
          <a:p>
            <a:pPr algn="ctr"/>
            <a:r>
              <a:rPr lang="fr-FR" sz="2800" b="1" dirty="0"/>
              <a:t>Diagramme de cas d'utilisation</a:t>
            </a:r>
          </a:p>
        </p:txBody>
      </p:sp>
      <p:pic>
        <p:nvPicPr>
          <p:cNvPr id="5" name="Image 4">
            <a:extLst>
              <a:ext uri="{FF2B5EF4-FFF2-40B4-BE49-F238E27FC236}">
                <a16:creationId xmlns:a16="http://schemas.microsoft.com/office/drawing/2014/main" id="{ABF27380-0DD3-4717-7868-B51C77600B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3766" y="1355340"/>
            <a:ext cx="6779941" cy="5692730"/>
          </a:xfrm>
          <a:prstGeom prst="rect">
            <a:avLst/>
          </a:prstGeom>
        </p:spPr>
      </p:pic>
    </p:spTree>
    <p:extLst>
      <p:ext uri="{BB962C8B-B14F-4D97-AF65-F5344CB8AC3E}">
        <p14:creationId xmlns:p14="http://schemas.microsoft.com/office/powerpoint/2010/main" val="2401473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6268ADDC-5001-9E06-FE85-0C6E1DCAF92F}"/>
              </a:ext>
            </a:extLst>
          </p:cNvPr>
          <p:cNvSpPr txBox="1"/>
          <p:nvPr/>
        </p:nvSpPr>
        <p:spPr>
          <a:xfrm>
            <a:off x="1683834" y="713678"/>
            <a:ext cx="7557738" cy="523220"/>
          </a:xfrm>
          <a:prstGeom prst="rect">
            <a:avLst/>
          </a:prstGeom>
          <a:noFill/>
        </p:spPr>
        <p:txBody>
          <a:bodyPr wrap="square">
            <a:spAutoFit/>
          </a:bodyPr>
          <a:lstStyle/>
          <a:p>
            <a:r>
              <a:rPr lang="fr-FR" sz="2800" b="1" i="1" dirty="0"/>
              <a:t>Diagramme de classe</a:t>
            </a:r>
          </a:p>
        </p:txBody>
      </p:sp>
      <p:pic>
        <p:nvPicPr>
          <p:cNvPr id="5" name="Image 4">
            <a:extLst>
              <a:ext uri="{FF2B5EF4-FFF2-40B4-BE49-F238E27FC236}">
                <a16:creationId xmlns:a16="http://schemas.microsoft.com/office/drawing/2014/main" id="{7F7C82DC-71EC-39E5-1620-441A4E8BC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3629" y="1352443"/>
            <a:ext cx="5679256" cy="5518919"/>
          </a:xfrm>
          <a:prstGeom prst="rect">
            <a:avLst/>
          </a:prstGeom>
        </p:spPr>
      </p:pic>
    </p:spTree>
    <p:extLst>
      <p:ext uri="{BB962C8B-B14F-4D97-AF65-F5344CB8AC3E}">
        <p14:creationId xmlns:p14="http://schemas.microsoft.com/office/powerpoint/2010/main" val="4265199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3B5D95C8-0518-A2E7-43FA-516652CA40CC}"/>
              </a:ext>
            </a:extLst>
          </p:cNvPr>
          <p:cNvSpPr txBox="1"/>
          <p:nvPr/>
        </p:nvSpPr>
        <p:spPr>
          <a:xfrm>
            <a:off x="1706135" y="669072"/>
            <a:ext cx="7627435" cy="523220"/>
          </a:xfrm>
          <a:prstGeom prst="rect">
            <a:avLst/>
          </a:prstGeom>
          <a:noFill/>
        </p:spPr>
        <p:txBody>
          <a:bodyPr wrap="square">
            <a:spAutoFit/>
          </a:bodyPr>
          <a:lstStyle/>
          <a:p>
            <a:r>
              <a:rPr lang="fr-FR" sz="2800" b="1" dirty="0"/>
              <a:t>Choix technique</a:t>
            </a:r>
          </a:p>
        </p:txBody>
      </p:sp>
      <p:sp>
        <p:nvSpPr>
          <p:cNvPr id="6" name="ZoneTexte 5">
            <a:extLst>
              <a:ext uri="{FF2B5EF4-FFF2-40B4-BE49-F238E27FC236}">
                <a16:creationId xmlns:a16="http://schemas.microsoft.com/office/drawing/2014/main" id="{01B94636-8803-2E5F-B935-D92850250545}"/>
              </a:ext>
            </a:extLst>
          </p:cNvPr>
          <p:cNvSpPr txBox="1"/>
          <p:nvPr/>
        </p:nvSpPr>
        <p:spPr>
          <a:xfrm>
            <a:off x="1092820" y="1293812"/>
            <a:ext cx="8048391" cy="461665"/>
          </a:xfrm>
          <a:prstGeom prst="rect">
            <a:avLst/>
          </a:prstGeom>
          <a:noFill/>
        </p:spPr>
        <p:txBody>
          <a:bodyPr wrap="square">
            <a:spAutoFit/>
          </a:bodyPr>
          <a:lstStyle/>
          <a:p>
            <a:r>
              <a:rPr lang="fr-FR" sz="2400" b="1" dirty="0"/>
              <a:t>Technologies utilisées</a:t>
            </a:r>
          </a:p>
        </p:txBody>
      </p:sp>
      <p:sp>
        <p:nvSpPr>
          <p:cNvPr id="8" name="ZoneTexte 7">
            <a:extLst>
              <a:ext uri="{FF2B5EF4-FFF2-40B4-BE49-F238E27FC236}">
                <a16:creationId xmlns:a16="http://schemas.microsoft.com/office/drawing/2014/main" id="{566F2336-EBB5-EDD7-2456-6DAC987B645C}"/>
              </a:ext>
            </a:extLst>
          </p:cNvPr>
          <p:cNvSpPr txBox="1"/>
          <p:nvPr/>
        </p:nvSpPr>
        <p:spPr>
          <a:xfrm>
            <a:off x="1293541" y="2086839"/>
            <a:ext cx="8048391" cy="523220"/>
          </a:xfrm>
          <a:prstGeom prst="rect">
            <a:avLst/>
          </a:prstGeom>
          <a:noFill/>
        </p:spPr>
        <p:txBody>
          <a:bodyPr wrap="square">
            <a:spAutoFit/>
          </a:bodyPr>
          <a:lstStyle/>
          <a:p>
            <a:r>
              <a:rPr lang="fr-FR" sz="2800" b="1" dirty="0"/>
              <a:t>1. Backend</a:t>
            </a:r>
          </a:p>
        </p:txBody>
      </p:sp>
      <p:sp>
        <p:nvSpPr>
          <p:cNvPr id="10" name="ZoneTexte 9">
            <a:extLst>
              <a:ext uri="{FF2B5EF4-FFF2-40B4-BE49-F238E27FC236}">
                <a16:creationId xmlns:a16="http://schemas.microsoft.com/office/drawing/2014/main" id="{361C25D3-87FB-3503-EE04-29AB8E74D7F4}"/>
              </a:ext>
            </a:extLst>
          </p:cNvPr>
          <p:cNvSpPr txBox="1"/>
          <p:nvPr/>
        </p:nvSpPr>
        <p:spPr>
          <a:xfrm>
            <a:off x="1293541" y="2610053"/>
            <a:ext cx="7847670" cy="461665"/>
          </a:xfrm>
          <a:prstGeom prst="rect">
            <a:avLst/>
          </a:prstGeom>
          <a:noFill/>
        </p:spPr>
        <p:txBody>
          <a:bodyPr wrap="square">
            <a:spAutoFit/>
          </a:bodyPr>
          <a:lstStyle/>
          <a:p>
            <a:pPr marL="342900" indent="-342900">
              <a:buFont typeface="Arial" panose="020B0604020202020204" pitchFamily="34" charset="0"/>
              <a:buChar char="•"/>
            </a:pPr>
            <a:r>
              <a:rPr lang="fr-FR" sz="2400" b="1" dirty="0" err="1"/>
              <a:t>Laravel</a:t>
            </a:r>
            <a:r>
              <a:rPr lang="fr-FR" sz="2400" b="1" dirty="0"/>
              <a:t> (PHP)</a:t>
            </a:r>
          </a:p>
        </p:txBody>
      </p:sp>
      <p:sp>
        <p:nvSpPr>
          <p:cNvPr id="12" name="ZoneTexte 11">
            <a:extLst>
              <a:ext uri="{FF2B5EF4-FFF2-40B4-BE49-F238E27FC236}">
                <a16:creationId xmlns:a16="http://schemas.microsoft.com/office/drawing/2014/main" id="{CA46328F-F33A-235B-0293-1218E61BF297}"/>
              </a:ext>
            </a:extLst>
          </p:cNvPr>
          <p:cNvSpPr txBox="1"/>
          <p:nvPr/>
        </p:nvSpPr>
        <p:spPr>
          <a:xfrm>
            <a:off x="4270930" y="2086839"/>
            <a:ext cx="8048391" cy="523220"/>
          </a:xfrm>
          <a:prstGeom prst="rect">
            <a:avLst/>
          </a:prstGeom>
          <a:noFill/>
        </p:spPr>
        <p:txBody>
          <a:bodyPr wrap="square">
            <a:spAutoFit/>
          </a:bodyPr>
          <a:lstStyle/>
          <a:p>
            <a:r>
              <a:rPr lang="fr-FR" sz="2800" b="1" dirty="0"/>
              <a:t>2. Base de données</a:t>
            </a:r>
          </a:p>
        </p:txBody>
      </p:sp>
      <p:sp>
        <p:nvSpPr>
          <p:cNvPr id="14" name="ZoneTexte 13">
            <a:extLst>
              <a:ext uri="{FF2B5EF4-FFF2-40B4-BE49-F238E27FC236}">
                <a16:creationId xmlns:a16="http://schemas.microsoft.com/office/drawing/2014/main" id="{4E24D4C7-B222-CB2D-E63F-C4D71C1D3DD8}"/>
              </a:ext>
            </a:extLst>
          </p:cNvPr>
          <p:cNvSpPr txBox="1"/>
          <p:nvPr/>
        </p:nvSpPr>
        <p:spPr>
          <a:xfrm>
            <a:off x="9016678" y="2032362"/>
            <a:ext cx="6033245" cy="523220"/>
          </a:xfrm>
          <a:prstGeom prst="rect">
            <a:avLst/>
          </a:prstGeom>
          <a:noFill/>
        </p:spPr>
        <p:txBody>
          <a:bodyPr wrap="square">
            <a:spAutoFit/>
          </a:bodyPr>
          <a:lstStyle/>
          <a:p>
            <a:r>
              <a:rPr lang="fr-FR" sz="2800" b="1" dirty="0"/>
              <a:t>3. Frontend</a:t>
            </a:r>
          </a:p>
        </p:txBody>
      </p:sp>
      <p:sp>
        <p:nvSpPr>
          <p:cNvPr id="16" name="ZoneTexte 15">
            <a:extLst>
              <a:ext uri="{FF2B5EF4-FFF2-40B4-BE49-F238E27FC236}">
                <a16:creationId xmlns:a16="http://schemas.microsoft.com/office/drawing/2014/main" id="{F542FE9E-F11D-CA5A-1CAC-ADA6BAEFBE46}"/>
              </a:ext>
            </a:extLst>
          </p:cNvPr>
          <p:cNvSpPr txBox="1"/>
          <p:nvPr/>
        </p:nvSpPr>
        <p:spPr>
          <a:xfrm>
            <a:off x="4053068" y="2610053"/>
            <a:ext cx="4085863" cy="461665"/>
          </a:xfrm>
          <a:prstGeom prst="rect">
            <a:avLst/>
          </a:prstGeom>
          <a:noFill/>
        </p:spPr>
        <p:txBody>
          <a:bodyPr wrap="square">
            <a:spAutoFit/>
          </a:bodyPr>
          <a:lstStyle/>
          <a:p>
            <a:pPr marL="342900" indent="-342900">
              <a:buFont typeface="Arial" panose="020B0604020202020204" pitchFamily="34" charset="0"/>
              <a:buChar char="•"/>
            </a:pPr>
            <a:r>
              <a:rPr lang="fr-FR" sz="2400" b="1" i="1" dirty="0"/>
              <a:t>MySQL</a:t>
            </a:r>
          </a:p>
        </p:txBody>
      </p:sp>
      <p:sp>
        <p:nvSpPr>
          <p:cNvPr id="18" name="ZoneTexte 17">
            <a:extLst>
              <a:ext uri="{FF2B5EF4-FFF2-40B4-BE49-F238E27FC236}">
                <a16:creationId xmlns:a16="http://schemas.microsoft.com/office/drawing/2014/main" id="{B66F7344-C042-93C7-A4B3-637EFCB2D072}"/>
              </a:ext>
            </a:extLst>
          </p:cNvPr>
          <p:cNvSpPr txBox="1"/>
          <p:nvPr/>
        </p:nvSpPr>
        <p:spPr>
          <a:xfrm>
            <a:off x="9016678" y="2577203"/>
            <a:ext cx="2164467" cy="461665"/>
          </a:xfrm>
          <a:prstGeom prst="rect">
            <a:avLst/>
          </a:prstGeom>
          <a:noFill/>
        </p:spPr>
        <p:txBody>
          <a:bodyPr wrap="square">
            <a:spAutoFit/>
          </a:bodyPr>
          <a:lstStyle/>
          <a:p>
            <a:pPr marL="457200" indent="-457200">
              <a:buFont typeface="Arial" panose="020B0604020202020204" pitchFamily="34" charset="0"/>
              <a:buChar char="•"/>
            </a:pPr>
            <a:r>
              <a:rPr lang="fr-FR" sz="2400" b="1" dirty="0"/>
              <a:t>Blade</a:t>
            </a:r>
          </a:p>
        </p:txBody>
      </p:sp>
      <p:sp>
        <p:nvSpPr>
          <p:cNvPr id="20" name="ZoneTexte 19">
            <a:extLst>
              <a:ext uri="{FF2B5EF4-FFF2-40B4-BE49-F238E27FC236}">
                <a16:creationId xmlns:a16="http://schemas.microsoft.com/office/drawing/2014/main" id="{91A702BA-5FA3-4422-8963-7B441D0D8D7F}"/>
              </a:ext>
            </a:extLst>
          </p:cNvPr>
          <p:cNvSpPr txBox="1"/>
          <p:nvPr/>
        </p:nvSpPr>
        <p:spPr>
          <a:xfrm flipH="1">
            <a:off x="9071762" y="2933987"/>
            <a:ext cx="2661016" cy="461665"/>
          </a:xfrm>
          <a:prstGeom prst="rect">
            <a:avLst/>
          </a:prstGeom>
          <a:noFill/>
        </p:spPr>
        <p:txBody>
          <a:bodyPr wrap="square">
            <a:spAutoFit/>
          </a:bodyPr>
          <a:lstStyle/>
          <a:p>
            <a:pPr marL="457200" indent="-457200">
              <a:buFont typeface="Arial" panose="020B0604020202020204" pitchFamily="34" charset="0"/>
              <a:buChar char="•"/>
            </a:pPr>
            <a:r>
              <a:rPr lang="fr-FR" sz="2400" b="1" dirty="0"/>
              <a:t>Bootstrap</a:t>
            </a:r>
          </a:p>
        </p:txBody>
      </p:sp>
    </p:spTree>
    <p:extLst>
      <p:ext uri="{BB962C8B-B14F-4D97-AF65-F5344CB8AC3E}">
        <p14:creationId xmlns:p14="http://schemas.microsoft.com/office/powerpoint/2010/main" val="2476845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A7155115-7453-A0D9-C1EC-E7780521A2E6}"/>
              </a:ext>
            </a:extLst>
          </p:cNvPr>
          <p:cNvSpPr txBox="1"/>
          <p:nvPr/>
        </p:nvSpPr>
        <p:spPr>
          <a:xfrm>
            <a:off x="1862254" y="702527"/>
            <a:ext cx="7278957" cy="523220"/>
          </a:xfrm>
          <a:prstGeom prst="rect">
            <a:avLst/>
          </a:prstGeom>
          <a:noFill/>
        </p:spPr>
        <p:txBody>
          <a:bodyPr wrap="square">
            <a:spAutoFit/>
          </a:bodyPr>
          <a:lstStyle/>
          <a:p>
            <a:r>
              <a:rPr lang="fr-FR" sz="2800" b="1" dirty="0"/>
              <a:t>Conclusion</a:t>
            </a:r>
          </a:p>
        </p:txBody>
      </p:sp>
      <p:sp>
        <p:nvSpPr>
          <p:cNvPr id="5" name="ZoneTexte 4">
            <a:extLst>
              <a:ext uri="{FF2B5EF4-FFF2-40B4-BE49-F238E27FC236}">
                <a16:creationId xmlns:a16="http://schemas.microsoft.com/office/drawing/2014/main" id="{751DAEDA-F459-240A-DE81-28B8AEFB04A1}"/>
              </a:ext>
            </a:extLst>
          </p:cNvPr>
          <p:cNvSpPr txBox="1"/>
          <p:nvPr/>
        </p:nvSpPr>
        <p:spPr>
          <a:xfrm>
            <a:off x="1204332" y="1449657"/>
            <a:ext cx="8898673" cy="3539430"/>
          </a:xfrm>
          <a:prstGeom prst="rect">
            <a:avLst/>
          </a:prstGeom>
          <a:noFill/>
        </p:spPr>
        <p:txBody>
          <a:bodyPr wrap="square">
            <a:spAutoFit/>
          </a:bodyPr>
          <a:lstStyle/>
          <a:p>
            <a:r>
              <a:rPr lang="fr-FR" sz="2800" b="1" dirty="0"/>
              <a:t>En conclusion, ce projet de plateforme de vente de voitures et motos constitue une solution complète pour centraliser et simplifier la gestion des annonces de véhicules. Grâce à l’utilisation de </a:t>
            </a:r>
            <a:r>
              <a:rPr lang="fr-FR" sz="2800" b="1" dirty="0" err="1"/>
              <a:t>Laravel</a:t>
            </a:r>
            <a:r>
              <a:rPr lang="fr-FR" sz="2800" b="1" dirty="0"/>
              <a:t> et MySQL, la plateforme permet une gestion efficace des utilisateurs et des annonces, tout en assurant la sécurité, la rapidité et la fiabilité des données.</a:t>
            </a:r>
          </a:p>
        </p:txBody>
      </p:sp>
    </p:spTree>
    <p:extLst>
      <p:ext uri="{BB962C8B-B14F-4D97-AF65-F5344CB8AC3E}">
        <p14:creationId xmlns:p14="http://schemas.microsoft.com/office/powerpoint/2010/main" val="2188775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97C8755E-DE47-D336-E4DB-AF5120B09A4D}"/>
              </a:ext>
            </a:extLst>
          </p:cNvPr>
          <p:cNvSpPr txBox="1"/>
          <p:nvPr/>
        </p:nvSpPr>
        <p:spPr>
          <a:xfrm>
            <a:off x="1839951" y="724829"/>
            <a:ext cx="7301260" cy="523220"/>
          </a:xfrm>
          <a:prstGeom prst="rect">
            <a:avLst/>
          </a:prstGeom>
          <a:noFill/>
        </p:spPr>
        <p:txBody>
          <a:bodyPr wrap="square">
            <a:spAutoFit/>
          </a:bodyPr>
          <a:lstStyle/>
          <a:p>
            <a:r>
              <a:rPr lang="fr-FR" sz="2800" b="1" dirty="0"/>
              <a:t>Lien de GitHub du projet</a:t>
            </a:r>
          </a:p>
        </p:txBody>
      </p:sp>
      <p:sp>
        <p:nvSpPr>
          <p:cNvPr id="5" name="ZoneTexte 4">
            <a:extLst>
              <a:ext uri="{FF2B5EF4-FFF2-40B4-BE49-F238E27FC236}">
                <a16:creationId xmlns:a16="http://schemas.microsoft.com/office/drawing/2014/main" id="{72F12083-2635-C4EA-5DF4-AECDCBC63C23}"/>
              </a:ext>
            </a:extLst>
          </p:cNvPr>
          <p:cNvSpPr txBox="1"/>
          <p:nvPr/>
        </p:nvSpPr>
        <p:spPr>
          <a:xfrm>
            <a:off x="1170878" y="3111410"/>
            <a:ext cx="9668107" cy="461665"/>
          </a:xfrm>
          <a:prstGeom prst="rect">
            <a:avLst/>
          </a:prstGeom>
          <a:noFill/>
        </p:spPr>
        <p:txBody>
          <a:bodyPr wrap="square">
            <a:spAutoFit/>
          </a:bodyPr>
          <a:lstStyle/>
          <a:p>
            <a:r>
              <a:rPr lang="fr-FR" sz="2400" b="1" dirty="0"/>
              <a:t>https://github.com/fayssalalami03-alt/vente-vehicules.git</a:t>
            </a:r>
          </a:p>
        </p:txBody>
      </p:sp>
    </p:spTree>
    <p:extLst>
      <p:ext uri="{BB962C8B-B14F-4D97-AF65-F5344CB8AC3E}">
        <p14:creationId xmlns:p14="http://schemas.microsoft.com/office/powerpoint/2010/main" val="3136290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448D02-3C3E-A44D-43B1-49E20B1EEBE6}"/>
              </a:ext>
            </a:extLst>
          </p:cNvPr>
          <p:cNvSpPr>
            <a:spLocks noGrp="1"/>
          </p:cNvSpPr>
          <p:nvPr>
            <p:ph type="title"/>
          </p:nvPr>
        </p:nvSpPr>
        <p:spPr>
          <a:xfrm>
            <a:off x="6001486" y="2427249"/>
            <a:ext cx="5997227" cy="2724845"/>
          </a:xfrm>
        </p:spPr>
        <p:txBody>
          <a:bodyPr/>
          <a:lstStyle/>
          <a:p>
            <a:r>
              <a:rPr lang="fr-FR" dirty="0"/>
              <a:t>   </a:t>
            </a:r>
            <a:r>
              <a:rPr lang="fr-FR" sz="3200" b="1" i="1" dirty="0"/>
              <a:t>Merci pour votre attention</a:t>
            </a:r>
          </a:p>
        </p:txBody>
      </p:sp>
      <p:sp>
        <p:nvSpPr>
          <p:cNvPr id="3" name="Espace réservé du texte 2">
            <a:extLst>
              <a:ext uri="{FF2B5EF4-FFF2-40B4-BE49-F238E27FC236}">
                <a16:creationId xmlns:a16="http://schemas.microsoft.com/office/drawing/2014/main" id="{563B09FF-40D1-07A5-3FCD-63281C909CD6}"/>
              </a:ext>
            </a:extLst>
          </p:cNvPr>
          <p:cNvSpPr>
            <a:spLocks noGrp="1"/>
          </p:cNvSpPr>
          <p:nvPr>
            <p:ph type="body" sz="half" idx="2"/>
          </p:nvPr>
        </p:nvSpPr>
        <p:spPr>
          <a:xfrm flipH="1">
            <a:off x="802889" y="5152094"/>
            <a:ext cx="89209" cy="122663"/>
          </a:xfrm>
        </p:spPr>
        <p:txBody>
          <a:bodyPr>
            <a:normAutofit fontScale="25000" lnSpcReduction="20000"/>
          </a:bodyPr>
          <a:lstStyle/>
          <a:p>
            <a:endParaRPr lang="fr-FR" dirty="0"/>
          </a:p>
        </p:txBody>
      </p:sp>
    </p:spTree>
    <p:extLst>
      <p:ext uri="{BB962C8B-B14F-4D97-AF65-F5344CB8AC3E}">
        <p14:creationId xmlns:p14="http://schemas.microsoft.com/office/powerpoint/2010/main" val="2356818590"/>
      </p:ext>
    </p:extLst>
  </p:cSld>
  <p:clrMapOvr>
    <a:masterClrMapping/>
  </p:clrMapOvr>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108</TotalTime>
  <Words>270</Words>
  <Application>Microsoft Office PowerPoint</Application>
  <PresentationFormat>Grand écran</PresentationFormat>
  <Paragraphs>52</Paragraphs>
  <Slides>11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Century Gothic</vt:lpstr>
      <vt:lpstr>Wingdings 3</vt:lpstr>
      <vt:lpstr>Brin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   Merci pour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The king FA J</dc:creator>
  <cp:lastModifiedBy>The king FA J</cp:lastModifiedBy>
  <cp:revision>1</cp:revision>
  <dcterms:created xsi:type="dcterms:W3CDTF">2026-06-09T18:23:13Z</dcterms:created>
  <dcterms:modified xsi:type="dcterms:W3CDTF">2026-06-09T20:11:17Z</dcterms:modified>
</cp:coreProperties>
</file>